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847fe654044bf0" /><Relationship Type="http://schemas.openxmlformats.org/officeDocument/2006/relationships/extended-properties" Target="/docProps/app.xml" Id="Rd67daef5e0bf4edb" /><Relationship Type="http://schemas.openxmlformats.org/officeDocument/2006/relationships/officeDocument" Target="/ppt/presentation.xml" Id="Re0fa638581244a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f0e75d2294483d"/>
  </p:sldMasterIdLst>
  <p:notesMasterIdLst>
    <p:notesMasterId xmlns:r="http://schemas.openxmlformats.org/officeDocument/2006/relationships" r:id="R500f9c22a9024cb7"/>
  </p:notesMasterIdLst>
  <p:sldIdLst>
    <p:sldId xmlns:r="http://schemas.openxmlformats.org/officeDocument/2006/relationships" id="256" r:id="Rb4865295c94a44ed"/>
    <p:sldId xmlns:r="http://schemas.openxmlformats.org/officeDocument/2006/relationships" id="257" r:id="R25efcd4277904e0a"/>
    <p:sldId xmlns:r="http://schemas.openxmlformats.org/officeDocument/2006/relationships" id="258" r:id="Rb07b0f9212a447ff"/>
    <p:sldId xmlns:r="http://schemas.openxmlformats.org/officeDocument/2006/relationships" id="259" r:id="R107b3e72ce804653"/>
    <p:sldId xmlns:r="http://schemas.openxmlformats.org/officeDocument/2006/relationships" id="260" r:id="R28e0891aa8454bf1"/>
    <p:sldId xmlns:r="http://schemas.openxmlformats.org/officeDocument/2006/relationships" id="261" r:id="Rf5559a249bb54c9c"/>
    <p:sldId xmlns:r="http://schemas.openxmlformats.org/officeDocument/2006/relationships" id="262" r:id="Rd91bb6aa6e904f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0e75d2294483d" /><Relationship Type="http://schemas.openxmlformats.org/officeDocument/2006/relationships/theme" Target="/ppt/theme/theme1.xml" Id="R2997cae285d045a0" /><Relationship Type="http://schemas.openxmlformats.org/officeDocument/2006/relationships/notesMaster" Target="/ppt/notesMasters/notesMaster1.xml" Id="R500f9c22a9024cb7" /><Relationship Type="http://schemas.openxmlformats.org/officeDocument/2006/relationships/presProps" Target="/ppt/presProps.xml" Id="R0cbb3705e42b4877" /><Relationship Type="http://schemas.openxmlformats.org/officeDocument/2006/relationships/viewProps" Target="/ppt/viewProps.xml" Id="R4e3060a87371499c" /><Relationship Type="http://schemas.openxmlformats.org/officeDocument/2006/relationships/tableStyles" Target="/ppt/tableStyles.xml" Id="Rf6677df7e5814a4c" /><Relationship Type="http://schemas.openxmlformats.org/officeDocument/2006/relationships/slide" Target="/ppt/slides/slide1.xml" Id="Rb4865295c94a44ed" /><Relationship Type="http://schemas.openxmlformats.org/officeDocument/2006/relationships/slide" Target="/ppt/slides/slide2.xml" Id="R25efcd4277904e0a" /><Relationship Type="http://schemas.openxmlformats.org/officeDocument/2006/relationships/slide" Target="/ppt/slides/slide3.xml" Id="Rb07b0f9212a447ff" /><Relationship Type="http://schemas.openxmlformats.org/officeDocument/2006/relationships/slide" Target="/ppt/slides/slide4.xml" Id="R107b3e72ce804653" /><Relationship Type="http://schemas.openxmlformats.org/officeDocument/2006/relationships/slide" Target="/ppt/slides/slide5.xml" Id="R28e0891aa8454bf1" /><Relationship Type="http://schemas.openxmlformats.org/officeDocument/2006/relationships/slide" Target="/ppt/slides/slide6.xml" Id="Rf5559a249bb54c9c" /><Relationship Type="http://schemas.openxmlformats.org/officeDocument/2006/relationships/slide" Target="/ppt/slides/slide7.xml" Id="Rd91bb6aa6e904f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eae6e6a7de4e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5b05d438e74a11" /><Relationship Type="http://schemas.openxmlformats.org/officeDocument/2006/relationships/notesMaster" Target="/ppt/notesMasters/notesMaster1.xml" Id="R20837cc749ba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ee2724dc2d46aa" /><Relationship Type="http://schemas.openxmlformats.org/officeDocument/2006/relationships/notesMaster" Target="/ppt/notesMasters/notesMaster1.xml" Id="Rc79683bcb44d42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c5c64b75a04717" /><Relationship Type="http://schemas.openxmlformats.org/officeDocument/2006/relationships/notesMaster" Target="/ppt/notesMasters/notesMaster1.xml" Id="R58ad5f2d152a43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65bbcc4e75468e" /><Relationship Type="http://schemas.openxmlformats.org/officeDocument/2006/relationships/notesMaster" Target="/ppt/notesMasters/notesMaster1.xml" Id="Rca4dd5abf1da4d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52b58505e0469f" /><Relationship Type="http://schemas.openxmlformats.org/officeDocument/2006/relationships/notesMaster" Target="/ppt/notesMasters/notesMaster1.xml" Id="R28ee855eafb94d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da39d188254e09" /><Relationship Type="http://schemas.openxmlformats.org/officeDocument/2006/relationships/notesMaster" Target="/ppt/notesMasters/notesMaster1.xml" Id="Rd7d8687040e545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3a4e6006644eca" /><Relationship Type="http://schemas.openxmlformats.org/officeDocument/2006/relationships/notesMaster" Target="/ppt/notesMasters/notesMaster1.xml" Id="R06866356e89140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8de1fbe2f478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cb799ef2f2c446c" /><Relationship Type="http://schemas.openxmlformats.org/officeDocument/2006/relationships/slideLayout" Target="/ppt/slideLayouts/slideLayout2.xml" Id="R890318cdda2b45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0318cdda2b45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ca32e048e9461d" /><Relationship Type="http://schemas.openxmlformats.org/officeDocument/2006/relationships/image" Target="/ppt/media/image.png" Id="Rf146dde241374382" /><Relationship Type="http://schemas.openxmlformats.org/officeDocument/2006/relationships/notesSlide" Target="/ppt/notesSlides/notesSlide1.xml" Id="Re32d4433a68647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db93291b8445d6" /><Relationship Type="http://schemas.openxmlformats.org/officeDocument/2006/relationships/image" Target="/ppt/media/image2.png" Id="Rd03a0b1036f549bd" /><Relationship Type="http://schemas.openxmlformats.org/officeDocument/2006/relationships/notesSlide" Target="/ppt/notesSlides/notesSlide2.xml" Id="R48b8a4d38f704d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e530afb8134e02" /><Relationship Type="http://schemas.openxmlformats.org/officeDocument/2006/relationships/image" Target="/ppt/media/image3.png" Id="R5d8987a136dd428f" /><Relationship Type="http://schemas.openxmlformats.org/officeDocument/2006/relationships/image" Target="/ppt/media/image4.png" Id="R6641021ea8d94f46" /><Relationship Type="http://schemas.openxmlformats.org/officeDocument/2006/relationships/notesSlide" Target="/ppt/notesSlides/notesSlide3.xml" Id="R1f72173a087645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8444837e294d6b" /><Relationship Type="http://schemas.openxmlformats.org/officeDocument/2006/relationships/image" Target="/ppt/media/image5.png" Id="Rf2c6c9723d134df2" /><Relationship Type="http://schemas.openxmlformats.org/officeDocument/2006/relationships/image" Target="/ppt/media/image6.png" Id="Raa5a672ee84b4842" /><Relationship Type="http://schemas.openxmlformats.org/officeDocument/2006/relationships/notesSlide" Target="/ppt/notesSlides/notesSlide4.xml" Id="Reddf6135990649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2330701548498e" /><Relationship Type="http://schemas.openxmlformats.org/officeDocument/2006/relationships/image" Target="/ppt/media/image7.png" Id="Ra1cdaa0205d84563" /><Relationship Type="http://schemas.openxmlformats.org/officeDocument/2006/relationships/image" Target="/ppt/media/image8.png" Id="R6840b32f40364a78" /><Relationship Type="http://schemas.openxmlformats.org/officeDocument/2006/relationships/notesSlide" Target="/ppt/notesSlides/notesSlide5.xml" Id="R622b8ad664a64c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2e21adb4424b20" /><Relationship Type="http://schemas.openxmlformats.org/officeDocument/2006/relationships/image" Target="/ppt/media/image9.png" Id="R5f00ef604c0f4421" /><Relationship Type="http://schemas.openxmlformats.org/officeDocument/2006/relationships/notesSlide" Target="/ppt/notesSlides/notesSlide6.xml" Id="R6e13777e244241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cbec2b7d8d467b" /><Relationship Type="http://schemas.openxmlformats.org/officeDocument/2006/relationships/image" Target="/ppt/media/image10.png" Id="R134838a8bb644e9b" /><Relationship Type="http://schemas.openxmlformats.org/officeDocument/2006/relationships/notesSlide" Target="/ppt/notesSlides/notesSlide7.xml" Id="Rbd0625661d2444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A8F5B4-975C-4EE1-BA86-1E130404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993F7-5E66-4872-BE7F-D231F8BC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2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17326-03CC-4F38-B60C-E3EEE60E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66D3C8-48C7-40AF-A31A-8E67B48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B108EE-45D4-430C-B748-E04E7FB9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COVER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65CF1D3-AD62-4F5B-B0DC-62BE1F2D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33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AETicketHub live system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7E193-7513-45CB-A336-FA07A240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AETicketHub demo flow | 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ECABD-459D-436A-90F0-F5256687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Smart event management and ticketing platform for Advanced Events (Pty) Ltd.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0E4E0-298E-4589-AC09-70910301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3714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1. Event discovery and filtering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2. Secure registration and login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3. Ticket booking with capacity validation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4. Booking history, admin management, enquiries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E8340-E650-457C-9F7C-88B23741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057275"/>
            <a:ext cx="6210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6dde241374382"/>
          <a:stretch xmlns:a="http://schemas.openxmlformats.org/drawingml/2006/main"/>
        </p:blipFill>
        <p:spPr>
          <a:xfrm xmlns:a="http://schemas.openxmlformats.org/drawingml/2006/main">
            <a:off x="5286375" y="1317086"/>
            <a:ext cx="6191250" cy="348087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8172F-6984-476F-9242-2C6A2F05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6329A-9D03-4A43-99BB-FC2C7109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README demo flow captured from the running Express/EJS application with Playwright.</a:t>
            </a:r>
          </a:p>
        </p:txBody>
      </p:sp>
    </p:spTree>
    <p:extLst>
      <p:ext uri="{BB962C8B-B14F-4D97-AF65-F5344CB8AC3E}">
        <p14:creationId xmlns:p14="http://schemas.microsoft.com/office/powerpoint/2010/main" val="9119224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69534-A8D5-4DD5-80C9-972A560F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76482-5472-4418-90E6-4DCADD61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2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029E6-282C-4E2E-BE7C-E17DD848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1A360C-C170-4BDC-9B26-90D10E47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E8F2CB6-ECF5-4EE3-BBB4-8EE1245F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PARTICIPANT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0FF1DB4-3BCB-463F-850B-243D0FB8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33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demo is aligned to the README flow and final QA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42A20-FCAE-4750-9854-596B1318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AETicketHub demo flow | Ethan Ogle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EAE23-E1A8-43F6-A970-BA03AB03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2F956-6201-4F9F-AF90-089386D6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Ethan Ogle</a:t>
            </a:r>
          </a:p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602114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26A60-FAC3-4EC7-AB3E-1948621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Presentation, assignment alignment, final 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CF4BD-52EC-44BC-AB4A-76DEF6C6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opening journey proves the assignment story: users can reach event listings, filter by event type, and move from discovery into ticket booking.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E5B6C-7C2D-4049-931A-FAED319D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400175"/>
            <a:ext cx="6191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a0b1036f549bd"/>
          <a:stretch xmlns:a="http://schemas.openxmlformats.org/drawingml/2006/main"/>
        </p:blipFill>
        <p:spPr>
          <a:xfrm xmlns:a="http://schemas.openxmlformats.org/drawingml/2006/main">
            <a:off x="5334000" y="1531991"/>
            <a:ext cx="6172200" cy="34701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306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D9E4C-0190-4B3E-A08E-1D071C72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473C9-8EB8-4173-8001-54C1BE03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2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3BF8F-629B-41A5-80E9-320E6B81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9D47166-76F9-403C-A2BC-73B3EE9A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4D0481-A709-442D-BA32-24683DDB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PARTICIPANT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21899DB-6C5E-460E-A472-5250C7CC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33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Authentication gates the protected dashboard before bookings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5DBB9-A36F-4457-9EAD-BC6C1C80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AETicketHub demo flow | Jaden Van der Lely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5053C-4ACD-4629-BE4C-E92DFD65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FF1BD-3331-4DC7-A762-AD286317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Jaden Van der Lely</a:t>
            </a:r>
          </a:p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600690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8D012-870B-491D-A257-7CF1DC31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GitHub repository, authentication, 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F7714-1DBD-4D05-9829-B367FB53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login step issues the user token used by the dashboard and booking journey, keeping the protected areas behind the authentication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06C07-F1DA-4D18-B41E-BF9F8E63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266825"/>
            <a:ext cx="6191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987a136dd428f"/>
          <a:stretch xmlns:a="http://schemas.openxmlformats.org/drawingml/2006/main"/>
        </p:blipFill>
        <p:spPr>
          <a:xfrm xmlns:a="http://schemas.openxmlformats.org/drawingml/2006/main">
            <a:off x="6861473" y="1276350"/>
            <a:ext cx="3117255" cy="1752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9CAFE-99CC-479E-8372-94E3855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62325"/>
            <a:ext cx="6191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021ea8d94f46"/>
          <a:stretch xmlns:a="http://schemas.openxmlformats.org/drawingml/2006/main"/>
        </p:blipFill>
        <p:spPr>
          <a:xfrm xmlns:a="http://schemas.openxmlformats.org/drawingml/2006/main">
            <a:off x="6861473" y="3371850"/>
            <a:ext cx="3117255" cy="175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62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2D7C9-96F2-41ED-9EEB-C72DD6B2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055AB-78F7-4E26-946A-CD8E991D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2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14294-5A6C-43A8-8729-AB752420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2005F7-A22B-4891-A829-8E59F54C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4F5A105-CA6E-46D8-8C1F-D1E093FB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PARTICIPANT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1C23463-131F-4C34-9882-E4582B5B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33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Capacity checks and booking history keep ticket state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FF875-C19B-4E5F-A679-514A6263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AETicketHub demo flow | Aphiwe Shabalala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ED583-8EAC-49E3-A73F-43067CE1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2A111-E475-4F56-A69A-E7C333C9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Aphiwe Shabalala</a:t>
            </a:r>
          </a:p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602517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9B118-0D28-42A9-B071-37AAD47D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MongoDB, Mongoose models, database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2B963-096D-405A-BDC6-80A761C6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ticket flow exposes availability at the event level, blocks over-capacity requests, then records the successful booking in the user's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7ABF0-6AEF-46B4-8E31-975986B6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266825"/>
            <a:ext cx="6191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6c9723d134df2"/>
          <a:stretch xmlns:a="http://schemas.openxmlformats.org/drawingml/2006/main"/>
        </p:blipFill>
        <p:spPr>
          <a:xfrm xmlns:a="http://schemas.openxmlformats.org/drawingml/2006/main">
            <a:off x="6861473" y="1276350"/>
            <a:ext cx="3117255" cy="1752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BACBA-25BD-4C4E-9B32-6563A1AF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62325"/>
            <a:ext cx="6191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a672ee84b4842"/>
          <a:stretch xmlns:a="http://schemas.openxmlformats.org/drawingml/2006/main"/>
        </p:blipFill>
        <p:spPr>
          <a:xfrm xmlns:a="http://schemas.openxmlformats.org/drawingml/2006/main">
            <a:off x="6861473" y="3371850"/>
            <a:ext cx="3117255" cy="175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645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DD4DE-B6C0-46E5-AD3E-5979DEA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911F8-EBD9-4575-89A0-AB8E2DE4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2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53426-493B-4089-A60A-4F376E00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90ED6-A4E9-412D-811D-2E7C5341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707514-E242-483E-9EB8-F00692E9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PARTICIPANT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07B7CBD-EF87-4FC4-BD31-4684E9C6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33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EJS interface keeps discovery and support simple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4DF13-9750-4EE7-BB64-2D8EFE18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AETicketHub demo flow | Nokwanda Legoabe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52FD4-9848-4B1F-BD9F-1EBBBC78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6F987-61B3-484B-BF58-14563416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Nokwanda Legoabe</a:t>
            </a:r>
          </a:p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578051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AA307-5561-4586-9134-3CF9B2B0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Frontend, EJS pages, routing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B645B-9F8B-472A-AE25-13EBBA70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UI uses direct forms, visible navigation, and consistent page structure so users can discover events, book tickets, and request support quickly.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CD3F4-75CB-4AA7-96D1-D47AC9C2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266825"/>
            <a:ext cx="6191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daa0205d84563"/>
          <a:stretch xmlns:a="http://schemas.openxmlformats.org/drawingml/2006/main"/>
        </p:blipFill>
        <p:spPr>
          <a:xfrm xmlns:a="http://schemas.openxmlformats.org/drawingml/2006/main">
            <a:off x="6861473" y="1276350"/>
            <a:ext cx="3117255" cy="1752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F3DAF-7309-456A-AAE7-C5405169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62325"/>
            <a:ext cx="6191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0b32f40364a78"/>
          <a:stretch xmlns:a="http://schemas.openxmlformats.org/drawingml/2006/main"/>
        </p:blipFill>
        <p:spPr>
          <a:xfrm xmlns:a="http://schemas.openxmlformats.org/drawingml/2006/main">
            <a:off x="6861473" y="3371850"/>
            <a:ext cx="3117255" cy="175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17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B6FFA5-DADB-4B3F-B502-F8F42CEB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F5A8A-C533-4DA0-BD21-F15511A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2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1C006-6A7F-433A-A91B-A994A61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C1471E-FC48-4F99-BACE-6EF45FA2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2D2755-0DAE-492F-9190-B2495396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PARTICIPANT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BA24444-A58E-4025-BD53-045FB67F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33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Admin operations combine analytics, event creation, and management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2E2D4-3A83-4ABD-A43F-6715A83B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AETicketHub demo flow | Agobakwe Sedikwe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555AD-DD56-4E20-8094-23E60E04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35826-E09D-4B2C-BFD0-F0FDC86D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Agobakwe Sedikwe</a:t>
            </a:r>
          </a:p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576505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E3FC3-AF8E-4E5B-A96A-649D6951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Express backend, controllers, routes, business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08037-E98E-43AA-AF85-4353BB6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admin dashboard view groups event counts, ticket activity, event creation, and management actions in the same operational workspace.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1D2A8-D26E-4781-8066-23597A57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400175"/>
            <a:ext cx="6191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0ef604c0f4421"/>
          <a:stretch xmlns:a="http://schemas.openxmlformats.org/drawingml/2006/main"/>
        </p:blipFill>
        <p:spPr>
          <a:xfrm xmlns:a="http://schemas.openxmlformats.org/drawingml/2006/main">
            <a:off x="5334000" y="1531991"/>
            <a:ext cx="6172200" cy="34701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268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A9ADE2-E103-413F-B8C9-BA8242CD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C2861-F8AA-4403-B48C-92A6AE1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2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7FE38-C58D-4AAE-AE74-28F8D114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269819-4247-49E8-9207-A56AF675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C76349-ACDA-48F5-8ECE-FC96B17A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B228492-DF89-48AA-B754-E92A761A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33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system demonstrates a complete ticketing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54D39-E2B4-4E8B-941F-7AF8C2D6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AETicketHub demo flow | 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334DD-BE18-4808-A844-7DC3EC6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4095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Covered: event listings, search, filtering, registration and login.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Covered: protected dashboard, booking, capacity validation, booking history.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Covered: admin analytics, event management view, contact enquiry submission.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Ready for demo: the evidence is captured directly from the running 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97CB9-34BB-488F-BAC2-7783389D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2543F-B256-4A1C-B27F-74F6641F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21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12169"/>
                </a:solidFill>
                <a:latin typeface="Aptos"/>
                <a:ea typeface="Aptos"/>
                <a:cs typeface="Aptos"/>
              </a:rPr>
              <a:t>Final handoff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7ABE3-0B63-4BFB-87CE-D061D3C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deck keeps one claim per slide, one system screenshot as proof, and one participant contribution in focus.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265EA-7DDF-421B-A9BC-DAEC2174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343025"/>
            <a:ext cx="6191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838a8bb644e9b"/>
          <a:stretch xmlns:a="http://schemas.openxmlformats.org/drawingml/2006/main"/>
        </p:blipFill>
        <p:spPr>
          <a:xfrm xmlns:a="http://schemas.openxmlformats.org/drawingml/2006/main">
            <a:off x="5334000" y="1474841"/>
            <a:ext cx="6172200" cy="34701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54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2026-05-13T13:58:56.9930000Z</dcterms:created>
  <dcterms:modified xsi:type="dcterms:W3CDTF">2026-05-13T13:58:56.9930000Z</dcterms:modified>
</coreProperties>
</file>